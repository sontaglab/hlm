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EB03D-0456-40C3-ADEE-48295C6922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960BE4-ED90-4AC5-800C-088E35AC02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F7D05-7791-4E87-85E1-DE01AAE49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FF29B-87AB-4E82-8D42-A490E8F71DCC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BDF01-6436-4020-A43A-864941533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C0C37-31E9-43B0-A20D-442D5FD3C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6A69D-85F1-408F-9D28-0488D5E39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67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7935B-29D1-4A78-8382-1B4A50A9F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416A0-0681-4AF8-9B14-9FA2C671C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1DFB1-3129-4304-9770-D07F4D322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FF29B-87AB-4E82-8D42-A490E8F71DCC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9CC11-08DB-4470-985C-64EBCD9E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6EDBC-CC18-4E4B-991E-F48895499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6A69D-85F1-408F-9D28-0488D5E39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41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C3457-C85D-4753-8CFE-E46AA0FDC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AEBA0A-F181-461C-8AF9-00F7922C4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C22B5-4AF3-4596-9A00-A600978F6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FF29B-87AB-4E82-8D42-A490E8F71DCC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A2AE-2190-4B52-AED0-01A01E16B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B0669-A5B8-4FF5-BF73-477C89FE8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6A69D-85F1-408F-9D28-0488D5E39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505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AE8E8-00D2-47FB-88C9-FD0241225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71C29-D9A8-46C7-B4D7-02B0FC5DD5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1A7CB-FE29-4FE4-BB88-7D1CE3756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C62607-B90D-4007-9202-09F93D370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FF29B-87AB-4E82-8D42-A490E8F71DCC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5C73C-FA2E-4403-A7E1-0BE7AA718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36C81-8C2F-43FE-A16C-862CF2FC8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6A69D-85F1-408F-9D28-0488D5E39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323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BB736-D846-42B9-8A59-6EE103F6D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6A018-FEAB-424E-8113-0DFCC91B2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87FFC8-C100-4C30-88DA-C0AEF22D8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C135B2-860A-4933-B634-3CA96AB276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E774BF-3838-4008-A58C-35A0478F74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34342B-6303-459D-AE5F-2D1ECA088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FF29B-87AB-4E82-8D42-A490E8F71DCC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B898F9-A403-4E54-9CBB-BE785B475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5EB21-3D4A-49F7-9F3C-F8854FB7F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6A69D-85F1-408F-9D28-0488D5E39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65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7CF72-CA3F-4548-BB7E-D3E61065F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8E124D-D0FF-42B5-B210-C12AC418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FF29B-87AB-4E82-8D42-A490E8F71DCC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16B6D8-90B3-4214-B8F0-9D0C03339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EF52E2-1AD4-4710-AD96-C289CF3CD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6A69D-85F1-408F-9D28-0488D5E39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338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5F4788-239D-4A57-BB91-2AB95F6CA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FF29B-87AB-4E82-8D42-A490E8F71DCC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F501E4-2DAA-419C-87B5-3FD409089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68FD0-107F-4DBC-B348-7EDCCEB0E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6A69D-85F1-408F-9D28-0488D5E39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521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B3AFF-00FC-47C4-8FB7-793CEB457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77862-9058-4658-A6BD-C49AAC318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02DBD2-AF20-4E96-996F-E3CE0F1B7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6EAE5B-9342-4E1C-B481-A21B190BA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FF29B-87AB-4E82-8D42-A490E8F71DCC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BD3FA-7A6B-49AB-B4A1-CCEDEB4EB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99175-7C10-43A8-A8AB-BC326FC55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6A69D-85F1-408F-9D28-0488D5E39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6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EE943-7AFB-4EC6-A253-5043AFFEA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EFC9AD-2FC1-43E7-9FB1-6EC62A0FDB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03C20F-A5DC-4A90-803D-F0D6FBE4A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F0363A-6502-4ECD-8709-89E40AEF5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FF29B-87AB-4E82-8D42-A490E8F71DCC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BDBEB-E9A8-4351-AA46-537CC28F9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DA78E-4E4F-4165-84E7-C6FCAD659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6A69D-85F1-408F-9D28-0488D5E39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51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9B1E4-556D-4A73-92DE-3E57A2D1A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052CA4-B067-4A45-A1C4-F1A8E91E0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4F350-0E00-46BB-AF00-227124CA3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FF29B-87AB-4E82-8D42-A490E8F71DCC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F32B2-2BF4-4D40-A744-DFF23DB47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308AB-D1A1-4A10-92AC-39DA88450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6A69D-85F1-408F-9D28-0488D5E39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09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5E8323-7069-41D4-B538-6570AC1661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F21056-C316-4242-A357-5B1373AC3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86233-DBAC-4AA7-9FBA-1A65C7DDD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FF29B-87AB-4E82-8D42-A490E8F71DCC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2CAC7-1820-4EE6-99AD-C49AEF9A9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6BF2F-1D17-4C03-B5EC-68916A3C1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6A69D-85F1-408F-9D28-0488D5E39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73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3D487-7B3F-4A22-8BC3-D0764A879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9464DD-6D2B-4188-A240-CDCD97650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A92BA-4562-4BDD-837D-E70218EBAD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0FF29B-87AB-4E82-8D42-A490E8F71DCC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87C75-C02D-40B4-91C6-9AEBBB1F9A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61832-74D9-49BC-8529-78B0BB94A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E6A69D-85F1-408F-9D28-0488D5E39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114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DAB14BAF-1E13-4B4D-B378-9A0B2A979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626" y="3714323"/>
            <a:ext cx="4822525" cy="23494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657171-0853-4445-B542-D6442761C228}"/>
              </a:ext>
            </a:extLst>
          </p:cNvPr>
          <p:cNvSpPr txBox="1"/>
          <p:nvPr/>
        </p:nvSpPr>
        <p:spPr>
          <a:xfrm>
            <a:off x="4253218" y="54879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3B6828-6A8B-424A-8D8E-6ABE2D3168E4}"/>
              </a:ext>
            </a:extLst>
          </p:cNvPr>
          <p:cNvSpPr txBox="1"/>
          <p:nvPr/>
        </p:nvSpPr>
        <p:spPr>
          <a:xfrm>
            <a:off x="5299653" y="38502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6E3DEB-2659-4FB2-AA2F-AB33415F8DF4}"/>
              </a:ext>
            </a:extLst>
          </p:cNvPr>
          <p:cNvSpPr txBox="1"/>
          <p:nvPr/>
        </p:nvSpPr>
        <p:spPr>
          <a:xfrm>
            <a:off x="3737454" y="59438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5CD972-DCAF-4D59-B31B-D37861464F5C}"/>
              </a:ext>
            </a:extLst>
          </p:cNvPr>
          <p:cNvSpPr txBox="1"/>
          <p:nvPr/>
        </p:nvSpPr>
        <p:spPr>
          <a:xfrm>
            <a:off x="4634554" y="54879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93D2EE-FC6C-4164-BA10-6CB7BC52402B}"/>
              </a:ext>
            </a:extLst>
          </p:cNvPr>
          <p:cNvSpPr txBox="1"/>
          <p:nvPr/>
        </p:nvSpPr>
        <p:spPr>
          <a:xfrm>
            <a:off x="7297012" y="4697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ABCFC7-00F7-4193-ABE9-22D2374E5350}"/>
              </a:ext>
            </a:extLst>
          </p:cNvPr>
          <p:cNvSpPr txBox="1"/>
          <p:nvPr/>
        </p:nvSpPr>
        <p:spPr>
          <a:xfrm>
            <a:off x="5103193" y="59455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0CED50-CA64-417E-A91C-447030D0C495}"/>
              </a:ext>
            </a:extLst>
          </p:cNvPr>
          <p:cNvSpPr txBox="1"/>
          <p:nvPr/>
        </p:nvSpPr>
        <p:spPr>
          <a:xfrm>
            <a:off x="5499692" y="59371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3B405C-6857-4C61-B85B-E97E2A80E33F}"/>
              </a:ext>
            </a:extLst>
          </p:cNvPr>
          <p:cNvSpPr txBox="1"/>
          <p:nvPr/>
        </p:nvSpPr>
        <p:spPr>
          <a:xfrm>
            <a:off x="6900791" y="47202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5412B9-D4C8-4B64-B1E6-C1F0CD561A7B}"/>
              </a:ext>
            </a:extLst>
          </p:cNvPr>
          <p:cNvSpPr txBox="1"/>
          <p:nvPr/>
        </p:nvSpPr>
        <p:spPr>
          <a:xfrm>
            <a:off x="7900384" y="4697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B9A190-563C-4147-9816-FB75F64F6256}"/>
              </a:ext>
            </a:extLst>
          </p:cNvPr>
          <p:cNvSpPr txBox="1"/>
          <p:nvPr/>
        </p:nvSpPr>
        <p:spPr>
          <a:xfrm>
            <a:off x="6029045" y="59695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48EBD2-0D02-4E5E-90B6-227B1D41DE59}"/>
              </a:ext>
            </a:extLst>
          </p:cNvPr>
          <p:cNvSpPr txBox="1"/>
          <p:nvPr/>
        </p:nvSpPr>
        <p:spPr>
          <a:xfrm>
            <a:off x="3466940" y="52474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F4CCDE-313D-4E81-9A04-8ED1146377CB}"/>
              </a:ext>
            </a:extLst>
          </p:cNvPr>
          <p:cNvSpPr txBox="1"/>
          <p:nvPr/>
        </p:nvSpPr>
        <p:spPr>
          <a:xfrm>
            <a:off x="5774284" y="4704375"/>
            <a:ext cx="189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E0E8ED-5ECC-4080-8243-4CF98E52D077}"/>
              </a:ext>
            </a:extLst>
          </p:cNvPr>
          <p:cNvSpPr txBox="1"/>
          <p:nvPr/>
        </p:nvSpPr>
        <p:spPr>
          <a:xfrm>
            <a:off x="3888297" y="47202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54C86-141B-434C-9D7E-388AF9AAED81}"/>
              </a:ext>
            </a:extLst>
          </p:cNvPr>
          <p:cNvSpPr txBox="1"/>
          <p:nvPr/>
        </p:nvSpPr>
        <p:spPr>
          <a:xfrm>
            <a:off x="5265447" y="50670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41F698-5940-48D6-A776-7D3088B35F0C}"/>
              </a:ext>
            </a:extLst>
          </p:cNvPr>
          <p:cNvSpPr txBox="1"/>
          <p:nvPr/>
        </p:nvSpPr>
        <p:spPr>
          <a:xfrm>
            <a:off x="4318717" y="421963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7218FE-9A39-4349-B692-1AFF5671CFD5}"/>
              </a:ext>
            </a:extLst>
          </p:cNvPr>
          <p:cNvSpPr txBox="1"/>
          <p:nvPr/>
        </p:nvSpPr>
        <p:spPr>
          <a:xfrm>
            <a:off x="4692450" y="47043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502A4E-8503-4EAD-8DB1-086C53BA4635}"/>
              </a:ext>
            </a:extLst>
          </p:cNvPr>
          <p:cNvSpPr txBox="1"/>
          <p:nvPr/>
        </p:nvSpPr>
        <p:spPr>
          <a:xfrm>
            <a:off x="6481574" y="59695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7A844F-BE25-4B1F-84E6-4C358F76F9D4}"/>
              </a:ext>
            </a:extLst>
          </p:cNvPr>
          <p:cNvSpPr txBox="1"/>
          <p:nvPr/>
        </p:nvSpPr>
        <p:spPr>
          <a:xfrm>
            <a:off x="6304091" y="42666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16A4B9-EF66-42BE-B1BA-913FC9CE23AE}"/>
              </a:ext>
            </a:extLst>
          </p:cNvPr>
          <p:cNvSpPr txBox="1"/>
          <p:nvPr/>
        </p:nvSpPr>
        <p:spPr>
          <a:xfrm>
            <a:off x="6233962" y="50855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DE4452-23F0-4211-9B64-E71B4317B504}"/>
              </a:ext>
            </a:extLst>
          </p:cNvPr>
          <p:cNvSpPr txBox="1"/>
          <p:nvPr/>
        </p:nvSpPr>
        <p:spPr>
          <a:xfrm>
            <a:off x="5404879" y="12135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ED2144-BCD6-44CC-8707-62CF002B8CB2}"/>
              </a:ext>
            </a:extLst>
          </p:cNvPr>
          <p:cNvSpPr txBox="1"/>
          <p:nvPr/>
        </p:nvSpPr>
        <p:spPr>
          <a:xfrm>
            <a:off x="6464106" y="34809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0FC105-DE58-4CCD-A1A7-E81EA80E2C3C}"/>
              </a:ext>
            </a:extLst>
          </p:cNvPr>
          <p:cNvSpPr txBox="1"/>
          <p:nvPr/>
        </p:nvSpPr>
        <p:spPr>
          <a:xfrm>
            <a:off x="7571599" y="38972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7431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Anh Phong Tran</dc:creator>
  <cp:lastModifiedBy>Anh Phong Tran</cp:lastModifiedBy>
  <cp:revision>2</cp:revision>
  <dcterms:created xsi:type="dcterms:W3CDTF">2020-02-12T09:33:40Z</dcterms:created>
  <dcterms:modified xsi:type="dcterms:W3CDTF">2020-02-12T09:38:12Z</dcterms:modified>
</cp:coreProperties>
</file>